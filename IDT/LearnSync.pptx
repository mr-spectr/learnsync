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5" r:id="rId3"/>
    <p:sldId id="266" r:id="rId4"/>
    <p:sldId id="262" r:id="rId5"/>
    <p:sldId id="264" r:id="rId6"/>
    <p:sldId id="258" r:id="rId7"/>
    <p:sldId id="259" r:id="rId8"/>
    <p:sldId id="260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9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34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1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6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44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4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22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9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39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3930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954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2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28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3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6950-BCA4-4F73-8F1B-1C2D185D22E8}" type="datetimeFigureOut">
              <a:rPr lang="en-IN" smtClean="0"/>
              <a:t>04-01-2024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DF17B-203E-449E-990D-5AACBDEB3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18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3.wdp"/><Relationship Id="rId7" Type="http://schemas.openxmlformats.org/officeDocument/2006/relationships/image" Target="../media/image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harpenSoften amount="75000"/>
                    </a14:imgEffect>
                    <a14:imgEffect>
                      <a14:brightnessContrast bright="54000" contrast="25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BF26-4817-F9D5-139D-7ECA1723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0784" y="3054659"/>
            <a:ext cx="9010461" cy="2267710"/>
          </a:xfrm>
        </p:spPr>
        <p:txBody>
          <a:bodyPr>
            <a:normAutofit/>
          </a:bodyPr>
          <a:lstStyle/>
          <a:p>
            <a:r>
              <a:rPr lang="en-IN" cap="none" dirty="0">
                <a:solidFill>
                  <a:schemeClr val="tx2">
                    <a:lumMod val="50000"/>
                  </a:schemeClr>
                </a:solidFill>
                <a:latin typeface="Franklin Gothic Heavy" panose="020B0903020102020204" pitchFamily="34" charset="0"/>
                <a:cs typeface="Cascadia Mono" panose="020B0609020000020004" pitchFamily="49" charset="0"/>
              </a:rPr>
              <a:t>A career Path Advisory</a:t>
            </a:r>
            <a:br>
              <a:rPr lang="en-IN" dirty="0">
                <a:solidFill>
                  <a:srgbClr val="FDFEFF"/>
                </a:solidFill>
                <a:latin typeface="Consolas" panose="020B0609020204030204" pitchFamily="49" charset="0"/>
              </a:rPr>
            </a:br>
            <a:br>
              <a:rPr lang="en-IN" sz="4800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FC041-53A3-226A-8AB4-356136CD6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6665" y="5367895"/>
            <a:ext cx="6506637" cy="1682885"/>
          </a:xfrm>
        </p:spPr>
        <p:txBody>
          <a:bodyPr>
            <a:normAutofit/>
          </a:bodyPr>
          <a:lstStyle/>
          <a:p>
            <a:pPr algn="r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</a:t>
            </a:r>
            <a:r>
              <a:rPr lang="en-US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presented by</a:t>
            </a:r>
            <a:endParaRPr lang="en-US" sz="2800" cap="none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r"/>
            <a:r>
              <a:rPr lang="en-US" sz="3600" cap="none" dirty="0">
                <a:solidFill>
                  <a:schemeClr val="tx2">
                    <a:lumMod val="50000"/>
                  </a:schemeClr>
                </a:solidFill>
              </a:rPr>
              <a:t>Team </a:t>
            </a:r>
            <a:r>
              <a:rPr lang="en-US" sz="3600" cap="none" dirty="0" err="1">
                <a:solidFill>
                  <a:schemeClr val="tx2">
                    <a:lumMod val="50000"/>
                  </a:schemeClr>
                </a:solidFill>
              </a:rPr>
              <a:t>LearnSync</a:t>
            </a:r>
            <a:endParaRPr lang="en-IN" sz="3600" cap="non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3F479-58FC-A523-1A04-534A46E5957F}"/>
              </a:ext>
            </a:extLst>
          </p:cNvPr>
          <p:cNvSpPr/>
          <p:nvPr/>
        </p:nvSpPr>
        <p:spPr>
          <a:xfrm>
            <a:off x="1031067" y="635271"/>
            <a:ext cx="11517549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800" b="1" spc="50" dirty="0" err="1">
                <a:ln w="0"/>
                <a:solidFill>
                  <a:srgbClr val="00B0F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Learn</a:t>
            </a:r>
            <a:r>
              <a:rPr lang="en-US" sz="13800" b="1" spc="50" dirty="0" err="1">
                <a:ln w="0"/>
                <a:solidFill>
                  <a:srgbClr val="FFFF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Sync</a:t>
            </a:r>
            <a:endParaRPr lang="en-IN" sz="13800" b="1" spc="50" dirty="0">
              <a:ln w="0"/>
              <a:solidFill>
                <a:srgbClr val="FFFF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4D476A-A5B7-35E9-2610-D3C1C0FB0B78}"/>
              </a:ext>
            </a:extLst>
          </p:cNvPr>
          <p:cNvSpPr/>
          <p:nvPr/>
        </p:nvSpPr>
        <p:spPr>
          <a:xfrm>
            <a:off x="1407138" y="3155548"/>
            <a:ext cx="9377724" cy="10922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E9C84C-2EF8-A692-0EEF-C5C8E28E6D68}"/>
              </a:ext>
            </a:extLst>
          </p:cNvPr>
          <p:cNvCxnSpPr>
            <a:cxnSpLocks/>
          </p:cNvCxnSpPr>
          <p:nvPr/>
        </p:nvCxnSpPr>
        <p:spPr>
          <a:xfrm>
            <a:off x="0" y="4188514"/>
            <a:ext cx="12305489" cy="0"/>
          </a:xfrm>
          <a:prstGeom prst="line">
            <a:avLst/>
          </a:prstGeom>
          <a:ln w="9525" cap="flat" cmpd="sng" algn="ctr">
            <a:solidFill>
              <a:schemeClr val="bg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57F4524-2233-F430-05AD-9FE5F2D79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68" y="701276"/>
            <a:ext cx="2083980" cy="2083980"/>
          </a:xfrm>
          <a:prstGeom prst="rect">
            <a:avLst/>
          </a:prstGeom>
        </p:spPr>
      </p:pic>
      <p:pic>
        <p:nvPicPr>
          <p:cNvPr id="9218" name="Picture 2" descr="Buitengewoon gastvrij - MeerMARE 2020 Winter">
            <a:extLst>
              <a:ext uri="{FF2B5EF4-FFF2-40B4-BE49-F238E27FC236}">
                <a16:creationId xmlns:a16="http://schemas.microsoft.com/office/drawing/2014/main" id="{2A1985C3-0A35-499B-C20C-E0183E5D9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5773" y="3701667"/>
            <a:ext cx="6292110" cy="347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610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3C0027-B004-D3A5-5F70-2D7A93A2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083" y="463677"/>
            <a:ext cx="9906000" cy="1477963"/>
          </a:xfrm>
        </p:spPr>
        <p:txBody>
          <a:bodyPr>
            <a:normAutofit/>
          </a:bodyPr>
          <a:lstStyle/>
          <a:p>
            <a:pPr algn="ctr"/>
            <a:r>
              <a:rPr lang="en-US" sz="5400" cap="none" dirty="0">
                <a:solidFill>
                  <a:schemeClr val="bg2"/>
                </a:solidFill>
                <a:latin typeface="Arial Rounded MT Bold" panose="020F0704030504030204" pitchFamily="34" charset="0"/>
              </a:rPr>
              <a:t>What is </a:t>
            </a:r>
            <a:r>
              <a:rPr lang="en-US" sz="5400" cap="none" dirty="0" err="1">
                <a:solidFill>
                  <a:schemeClr val="bg2"/>
                </a:solidFill>
                <a:latin typeface="Arial Rounded MT Bold" panose="020F0704030504030204" pitchFamily="34" charset="0"/>
              </a:rPr>
              <a:t>LearnSync</a:t>
            </a:r>
            <a:r>
              <a:rPr lang="en-US" sz="5400" cap="none" dirty="0">
                <a:solidFill>
                  <a:schemeClr val="bg2"/>
                </a:solidFill>
                <a:latin typeface="Arial Rounded MT Bold" panose="020F0704030504030204" pitchFamily="34" charset="0"/>
              </a:rPr>
              <a:t> ?</a:t>
            </a:r>
            <a:endParaRPr lang="en-IN" sz="5400" cap="none" dirty="0">
              <a:solidFill>
                <a:schemeClr val="bg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3D8CF-4DF3-5416-CD58-8E64B17B7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66" y="2110095"/>
            <a:ext cx="4808286" cy="4387426"/>
          </a:xfrm>
          <a:prstGeom prst="rect">
            <a:avLst/>
          </a:prstGeom>
        </p:spPr>
      </p:pic>
      <p:pic>
        <p:nvPicPr>
          <p:cNvPr id="6148" name="Picture 4" descr="Thinking clipart, Thinking Transparent FREE for download on ...">
            <a:extLst>
              <a:ext uri="{FF2B5EF4-FFF2-40B4-BE49-F238E27FC236}">
                <a16:creationId xmlns:a16="http://schemas.microsoft.com/office/drawing/2014/main" id="{91F638FD-96E3-8784-AD94-3C1423CA3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3631" y="1247464"/>
            <a:ext cx="2921714" cy="557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hinking clipart, Thinking Transparent FREE for download on ...">
            <a:extLst>
              <a:ext uri="{FF2B5EF4-FFF2-40B4-BE49-F238E27FC236}">
                <a16:creationId xmlns:a16="http://schemas.microsoft.com/office/drawing/2014/main" id="{60E2AFE5-D954-EDEB-88A4-15B32255BF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62" r="-16126" b="68579"/>
          <a:stretch/>
        </p:blipFill>
        <p:spPr bwMode="auto">
          <a:xfrm>
            <a:off x="1847088" y="-290463"/>
            <a:ext cx="3602736" cy="311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62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D38A-ACE8-D90A-B4BB-B0269BDC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98F29E-5B3B-B27E-A165-911A0C175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92" t="3096" r="39119" b="1"/>
          <a:stretch/>
        </p:blipFill>
        <p:spPr>
          <a:xfrm>
            <a:off x="7309674" y="203794"/>
            <a:ext cx="4782311" cy="64504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443FB-E9ED-9D84-8D49-00F87A73BC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5" t="15067" r="22600" b="2971"/>
          <a:stretch/>
        </p:blipFill>
        <p:spPr>
          <a:xfrm>
            <a:off x="1903981" y="2735644"/>
            <a:ext cx="5605271" cy="3965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EA780-2211-A538-37A3-FC89FF452F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7" t="14267" r="25225" b="5333"/>
          <a:stretch/>
        </p:blipFill>
        <p:spPr>
          <a:xfrm>
            <a:off x="450976" y="47261"/>
            <a:ext cx="5814124" cy="4099654"/>
          </a:xfrm>
          <a:prstGeom prst="rect">
            <a:avLst/>
          </a:prstGeom>
        </p:spPr>
      </p:pic>
      <p:pic>
        <p:nvPicPr>
          <p:cNvPr id="8196" name="Picture 4" descr="(Dave) Businessman Has a Good Idea clipart. Free download transparent ...">
            <a:extLst>
              <a:ext uri="{FF2B5EF4-FFF2-40B4-BE49-F238E27FC236}">
                <a16:creationId xmlns:a16="http://schemas.microsoft.com/office/drawing/2014/main" id="{5858014B-D024-D0F1-DA7A-B6F53E4B3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838" y="2620873"/>
            <a:ext cx="3606482" cy="421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rightnessContrast bright="56000" contrast="9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B1E2-A15C-76F7-9D8C-BCA78EA5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76" y="85279"/>
            <a:ext cx="9905998" cy="1764792"/>
          </a:xfrm>
        </p:spPr>
        <p:txBody>
          <a:bodyPr>
            <a:normAutofit/>
          </a:bodyPr>
          <a:lstStyle/>
          <a:p>
            <a:r>
              <a:rPr lang="en-US" sz="7200" cap="none" dirty="0">
                <a:solidFill>
                  <a:schemeClr val="bg2"/>
                </a:solidFill>
                <a:latin typeface="Berlin Sans FB Demi" panose="020E0802020502020306" pitchFamily="34" charset="0"/>
              </a:rPr>
              <a:t>Why python/</a:t>
            </a:r>
            <a:r>
              <a:rPr lang="en-US" sz="7200" cap="none" dirty="0" err="1">
                <a:solidFill>
                  <a:schemeClr val="bg2"/>
                </a:solidFill>
                <a:latin typeface="Berlin Sans FB Demi" panose="020E0802020502020306" pitchFamily="34" charset="0"/>
              </a:rPr>
              <a:t>tkinter</a:t>
            </a:r>
            <a:r>
              <a:rPr lang="en-US" sz="7200" cap="none" dirty="0">
                <a:solidFill>
                  <a:schemeClr val="bg2"/>
                </a:solidFill>
                <a:latin typeface="Berlin Sans FB Demi" panose="020E0802020502020306" pitchFamily="34" charset="0"/>
              </a:rPr>
              <a:t> ?</a:t>
            </a:r>
            <a:endParaRPr lang="en-IN" sz="7200" cap="none" dirty="0">
              <a:solidFill>
                <a:schemeClr val="bg2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A2235-E86A-792C-0D50-5FBC6E5C9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0" y="184721"/>
            <a:ext cx="1265934" cy="1265934"/>
          </a:xfrm>
          <a:prstGeom prst="rect">
            <a:avLst/>
          </a:prstGeom>
        </p:spPr>
      </p:pic>
      <p:pic>
        <p:nvPicPr>
          <p:cNvPr id="5" name="Picture 2" descr="Tkinter / Python Tkinter Button Guide To Python Tkinter Button With ...">
            <a:extLst>
              <a:ext uri="{FF2B5EF4-FFF2-40B4-BE49-F238E27FC236}">
                <a16:creationId xmlns:a16="http://schemas.microsoft.com/office/drawing/2014/main" id="{F49B5990-A26E-80DF-AA99-E236A1B179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450655"/>
            <a:ext cx="8988552" cy="505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2B2C14B-948E-7A5A-3472-3EB1339B1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2277079"/>
            <a:ext cx="3535842" cy="466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4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3000" contrast="17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049A-0A86-E193-195E-13408226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FC7CE-DEE4-A0F3-9E65-BB3F56A3E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0" y="184721"/>
            <a:ext cx="1265934" cy="1265934"/>
          </a:xfrm>
          <a:prstGeom prst="rect">
            <a:avLst/>
          </a:prstGeom>
        </p:spPr>
      </p:pic>
      <p:pic>
        <p:nvPicPr>
          <p:cNvPr id="2050" name="Picture 2" descr="Image result for tkinter">
            <a:extLst>
              <a:ext uri="{FF2B5EF4-FFF2-40B4-BE49-F238E27FC236}">
                <a16:creationId xmlns:a16="http://schemas.microsoft.com/office/drawing/2014/main" id="{1C166E06-2727-3627-A392-C3FD0C8CE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59" y="1596136"/>
            <a:ext cx="5153136" cy="429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Tkinter Colors">
            <a:extLst>
              <a:ext uri="{FF2B5EF4-FFF2-40B4-BE49-F238E27FC236}">
                <a16:creationId xmlns:a16="http://schemas.microsoft.com/office/drawing/2014/main" id="{2D324A4F-B675-F87C-89C0-7244F9A17F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172" y="2247779"/>
            <a:ext cx="5765673" cy="443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tkinter">
            <a:extLst>
              <a:ext uri="{FF2B5EF4-FFF2-40B4-BE49-F238E27FC236}">
                <a16:creationId xmlns:a16="http://schemas.microsoft.com/office/drawing/2014/main" id="{E2249472-1B47-DEF5-AC85-EE222B962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409" y="162039"/>
            <a:ext cx="5630672" cy="175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harmacist Woman Acting as a Guide clipart. Free download transparent ...">
            <a:extLst>
              <a:ext uri="{FF2B5EF4-FFF2-40B4-BE49-F238E27FC236}">
                <a16:creationId xmlns:a16="http://schemas.microsoft.com/office/drawing/2014/main" id="{1637F1AB-A3FC-D8B0-E450-744BB21E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84464" y="1982147"/>
            <a:ext cx="3984763" cy="487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39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brightnessContrast bright="-25000" contrast="6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129EA3-7C78-200A-A0DC-AE1B34253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0" y="184721"/>
            <a:ext cx="1265934" cy="1265934"/>
          </a:xfrm>
          <a:prstGeom prst="rect">
            <a:avLst/>
          </a:prstGeom>
        </p:spPr>
      </p:pic>
      <p:pic>
        <p:nvPicPr>
          <p:cNvPr id="3076" name="Picture 4" descr="CustomTkinter: Modern and customizable Ui across platforms : r/Python">
            <a:extLst>
              <a:ext uri="{FF2B5EF4-FFF2-40B4-BE49-F238E27FC236}">
                <a16:creationId xmlns:a16="http://schemas.microsoft.com/office/drawing/2014/main" id="{D2C05073-04F6-3F3A-9850-89DEBFFD2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6" t="14750" r="18749" b="13105"/>
          <a:stretch/>
        </p:blipFill>
        <p:spPr bwMode="auto">
          <a:xfrm>
            <a:off x="1552669" y="184721"/>
            <a:ext cx="9890631" cy="533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Tkinter customized windows">
            <a:extLst>
              <a:ext uri="{FF2B5EF4-FFF2-40B4-BE49-F238E27FC236}">
                <a16:creationId xmlns:a16="http://schemas.microsoft.com/office/drawing/2014/main" id="{31BAFEC2-6BA6-D1E1-B506-9DFE96903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9783"/>
            <a:ext cx="6020686" cy="315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emale Doctor (#3b) - Openclipart">
            <a:extLst>
              <a:ext uri="{FF2B5EF4-FFF2-40B4-BE49-F238E27FC236}">
                <a16:creationId xmlns:a16="http://schemas.microsoft.com/office/drawing/2014/main" id="{3507BF6A-EBD7-C220-E025-D45008C7B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06763"/>
            <a:ext cx="4227067" cy="495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420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  <a14:imgEffect>
                      <a14:brightnessContrast bright="-37000" contrast="1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4FAB-9917-ED71-E455-47C75BD5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72F84-85AB-14DF-D935-FDF9C896C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0" y="184721"/>
            <a:ext cx="1265934" cy="1265934"/>
          </a:xfrm>
          <a:prstGeom prst="rect">
            <a:avLst/>
          </a:prstGeom>
        </p:spPr>
      </p:pic>
      <p:pic>
        <p:nvPicPr>
          <p:cNvPr id="4100" name="Picture 4" descr="Login Page using Python Tkinter | Professional Modern GUI ( Part 2 ...">
            <a:extLst>
              <a:ext uri="{FF2B5EF4-FFF2-40B4-BE49-F238E27FC236}">
                <a16:creationId xmlns:a16="http://schemas.microsoft.com/office/drawing/2014/main" id="{0CFBF55E-F2C2-1EAE-F022-7F67168D67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1" t="5759" r="15185" b="9387"/>
          <a:stretch/>
        </p:blipFill>
        <p:spPr bwMode="auto">
          <a:xfrm>
            <a:off x="5301048" y="36576"/>
            <a:ext cx="6492240" cy="431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've made a Fluent Password Checker App using CustomTkinter and Mica ...">
            <a:extLst>
              <a:ext uri="{FF2B5EF4-FFF2-40B4-BE49-F238E27FC236}">
                <a16:creationId xmlns:a16="http://schemas.microsoft.com/office/drawing/2014/main" id="{FEACE169-2E81-012E-BD90-8746158943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58" t="22783" r="19320" b="25085"/>
          <a:stretch/>
        </p:blipFill>
        <p:spPr bwMode="auto">
          <a:xfrm>
            <a:off x="4074844" y="3933907"/>
            <a:ext cx="5122227" cy="257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Businessman (#1) | Free SVG">
            <a:extLst>
              <a:ext uri="{FF2B5EF4-FFF2-40B4-BE49-F238E27FC236}">
                <a16:creationId xmlns:a16="http://schemas.microsoft.com/office/drawing/2014/main" id="{E511EE5C-CC94-CC9D-8DF2-B633D3C3D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" y="1636776"/>
            <a:ext cx="5037437" cy="522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735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WatercolorSponge/>
                    </a14:imgEffect>
                    <a14:imgEffect>
                      <a14:brightnessContrast bright="-28000" contrast="23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EEEC-50AC-22EE-2DDE-B6EC68AE1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925" y="399062"/>
            <a:ext cx="9905998" cy="2206978"/>
          </a:xfrm>
        </p:spPr>
        <p:txBody>
          <a:bodyPr>
            <a:normAutofit/>
          </a:bodyPr>
          <a:lstStyle/>
          <a:p>
            <a:pPr algn="ctr"/>
            <a:r>
              <a:rPr lang="en-US" sz="5400" cap="none" dirty="0">
                <a:solidFill>
                  <a:schemeClr val="bg2"/>
                </a:solidFill>
                <a:latin typeface="Arial Rounded MT Bold" panose="020F0704030504030204" pitchFamily="34" charset="0"/>
              </a:rPr>
              <a:t>Further development and scope ?</a:t>
            </a:r>
            <a:endParaRPr lang="en-IN" sz="5400" cap="none" dirty="0">
              <a:solidFill>
                <a:schemeClr val="bg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A2D75-A81A-BFB4-8C72-CE391E2B9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0" y="184721"/>
            <a:ext cx="1265934" cy="1265934"/>
          </a:xfrm>
          <a:prstGeom prst="rect">
            <a:avLst/>
          </a:prstGeom>
        </p:spPr>
      </p:pic>
      <p:pic>
        <p:nvPicPr>
          <p:cNvPr id="7170" name="Picture 2" descr="Studying Stickers - Free education Stickers">
            <a:extLst>
              <a:ext uri="{FF2B5EF4-FFF2-40B4-BE49-F238E27FC236}">
                <a16:creationId xmlns:a16="http://schemas.microsoft.com/office/drawing/2014/main" id="{75D1D601-8E82-1D2E-F82F-0A35B0055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84" y="2140425"/>
            <a:ext cx="4604799" cy="46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rtificial intelligence, chatbot, chatbot app, technology sharing ...">
            <a:extLst>
              <a:ext uri="{FF2B5EF4-FFF2-40B4-BE49-F238E27FC236}">
                <a16:creationId xmlns:a16="http://schemas.microsoft.com/office/drawing/2014/main" id="{53F4613B-218F-2ED5-8173-D0522F3C2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68" y="1342613"/>
            <a:ext cx="5515387" cy="551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448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7C95-8C85-640E-8B6F-1B6957C8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4" name="Picture 4" descr="Chatbot Generic Flat icon">
            <a:extLst>
              <a:ext uri="{FF2B5EF4-FFF2-40B4-BE49-F238E27FC236}">
                <a16:creationId xmlns:a16="http://schemas.microsoft.com/office/drawing/2014/main" id="{6CA6D31D-F008-67D7-2A22-55905A545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1" y="158194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Free illustration de l'icône de rendu 3d du chatbot 12628411 PNG with ...">
            <a:extLst>
              <a:ext uri="{FF2B5EF4-FFF2-40B4-BE49-F238E27FC236}">
                <a16:creationId xmlns:a16="http://schemas.microsoft.com/office/drawing/2014/main" id="{A9F02B07-C8C8-98E6-447D-0C3F27CFA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1" y="0"/>
            <a:ext cx="3022757" cy="302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ire Chatbot Developer | Chatbot Development Company">
            <a:extLst>
              <a:ext uri="{FF2B5EF4-FFF2-40B4-BE49-F238E27FC236}">
                <a16:creationId xmlns:a16="http://schemas.microsoft.com/office/drawing/2014/main" id="{519A760E-EE64-13A3-9EE4-AB75D9A0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0154" y="1062955"/>
            <a:ext cx="6185154" cy="587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CE3A2-2266-AE6C-80AC-C8E22F7C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637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450C-FD56-CFD6-561F-196CAC8C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243" y="-2146768"/>
            <a:ext cx="4654184" cy="84463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266" name="Picture 2" descr="Download Vector Students Education Learning Student Free Download PNG ...">
            <a:extLst>
              <a:ext uri="{FF2B5EF4-FFF2-40B4-BE49-F238E27FC236}">
                <a16:creationId xmlns:a16="http://schemas.microsoft.com/office/drawing/2014/main" id="{F75A6C26-361C-97FE-321A-974AAAC76E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649" y="1330611"/>
            <a:ext cx="5725573" cy="572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omputer skill Icon - Download in Colored Outline Style">
            <a:extLst>
              <a:ext uri="{FF2B5EF4-FFF2-40B4-BE49-F238E27FC236}">
                <a16:creationId xmlns:a16="http://schemas.microsoft.com/office/drawing/2014/main" id="{8A776659-ABEF-D423-8D67-44F7AB628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41238">
            <a:off x="2335735" y="1505799"/>
            <a:ext cx="2267712" cy="22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Skill Computer Icons Computer Software Business Technology - Resume ...">
            <a:extLst>
              <a:ext uri="{FF2B5EF4-FFF2-40B4-BE49-F238E27FC236}">
                <a16:creationId xmlns:a16="http://schemas.microsoft.com/office/drawing/2014/main" id="{021A1751-2312-CB85-3084-304E7018A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97936"/>
            <a:ext cx="283464" cy="28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Skill Computer Icons Computer Software Business Technology - Resume ...">
            <a:extLst>
              <a:ext uri="{FF2B5EF4-FFF2-40B4-BE49-F238E27FC236}">
                <a16:creationId xmlns:a16="http://schemas.microsoft.com/office/drawing/2014/main" id="{CDBEC753-DBD1-FEF0-1A16-515C92ED5E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274" name="Picture 10" descr="Skill Computer Icons Computer Software Business Technology - Resume ...">
            <a:extLst>
              <a:ext uri="{FF2B5EF4-FFF2-40B4-BE49-F238E27FC236}">
                <a16:creationId xmlns:a16="http://schemas.microsoft.com/office/drawing/2014/main" id="{E86B8E90-8924-DEA2-2DC2-5E6DD9EDE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073023">
            <a:off x="1919547" y="4145326"/>
            <a:ext cx="2220579" cy="221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Key skills dDara Flat icon">
            <a:extLst>
              <a:ext uri="{FF2B5EF4-FFF2-40B4-BE49-F238E27FC236}">
                <a16:creationId xmlns:a16="http://schemas.microsoft.com/office/drawing/2014/main" id="{3134FD1E-5FFD-B326-E0BA-864C7C07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09675">
            <a:off x="8212018" y="1094004"/>
            <a:ext cx="2991096" cy="299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Software Skills Icon #70939 - Free Icons Library">
            <a:extLst>
              <a:ext uri="{FF2B5EF4-FFF2-40B4-BE49-F238E27FC236}">
                <a16:creationId xmlns:a16="http://schemas.microsoft.com/office/drawing/2014/main" id="{7ED943F5-D45B-CBDF-1A71-C5F597E94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15365">
            <a:off x="8753274" y="4165653"/>
            <a:ext cx="2495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0" name="Picture 16" descr="Book srip Blue icon">
            <a:extLst>
              <a:ext uri="{FF2B5EF4-FFF2-40B4-BE49-F238E27FC236}">
                <a16:creationId xmlns:a16="http://schemas.microsoft.com/office/drawing/2014/main" id="{49E05627-9C5B-3F94-5A70-3CE687E47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773" y="-102980"/>
            <a:ext cx="2785872" cy="278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84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6C26-169B-0AD6-FC44-9161BA0F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2" name="Picture 4" descr="Premium Vector | Happy student vector drawing art sketch">
            <a:extLst>
              <a:ext uri="{FF2B5EF4-FFF2-40B4-BE49-F238E27FC236}">
                <a16:creationId xmlns:a16="http://schemas.microsoft.com/office/drawing/2014/main" id="{A1C08988-AD82-FE82-E30D-1F901D1C0E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60"/>
          <a:stretch/>
        </p:blipFill>
        <p:spPr bwMode="auto">
          <a:xfrm>
            <a:off x="8879592" y="1072976"/>
            <a:ext cx="3312408" cy="578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Illustration Of Man Holding Up A Sign That Says Thank - Ваш Бизнес-ход ...">
            <a:extLst>
              <a:ext uri="{FF2B5EF4-FFF2-40B4-BE49-F238E27FC236}">
                <a16:creationId xmlns:a16="http://schemas.microsoft.com/office/drawing/2014/main" id="{BFA3DC46-4373-925A-1924-867B15E332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848" y="304880"/>
            <a:ext cx="7369445" cy="642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Premium Vector | Happy student vector drawing art sketch">
            <a:extLst>
              <a:ext uri="{FF2B5EF4-FFF2-40B4-BE49-F238E27FC236}">
                <a16:creationId xmlns:a16="http://schemas.microsoft.com/office/drawing/2014/main" id="{5EF45CD4-A465-D466-27ED-D28F60A2C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60"/>
          <a:stretch/>
        </p:blipFill>
        <p:spPr bwMode="auto">
          <a:xfrm>
            <a:off x="-116233" y="1072976"/>
            <a:ext cx="3312408" cy="578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716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105</TotalTime>
  <Words>26</Words>
  <Application>Microsoft Office PowerPoint</Application>
  <PresentationFormat>Widescreen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Microsoft YaHei</vt:lpstr>
      <vt:lpstr>Arial</vt:lpstr>
      <vt:lpstr>Arial Rounded MT Bold</vt:lpstr>
      <vt:lpstr>Berlin Sans FB Demi</vt:lpstr>
      <vt:lpstr>Consolas</vt:lpstr>
      <vt:lpstr>Franklin Gothic Heavy</vt:lpstr>
      <vt:lpstr>Tw Cen MT</vt:lpstr>
      <vt:lpstr>Circuit</vt:lpstr>
      <vt:lpstr>A career Path Advisory  </vt:lpstr>
      <vt:lpstr>What is LearnSync ?</vt:lpstr>
      <vt:lpstr>PowerPoint Presentation</vt:lpstr>
      <vt:lpstr>Why python/tkinter ?</vt:lpstr>
      <vt:lpstr>PowerPoint Presentation</vt:lpstr>
      <vt:lpstr>PowerPoint Presentation</vt:lpstr>
      <vt:lpstr>PowerPoint Presentation</vt:lpstr>
      <vt:lpstr>Further development and scope 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automobiles </dc:title>
  <dc:creator>Abhay Rawat</dc:creator>
  <cp:lastModifiedBy>Abhay Rawat</cp:lastModifiedBy>
  <cp:revision>5</cp:revision>
  <dcterms:created xsi:type="dcterms:W3CDTF">2023-11-25T15:59:48Z</dcterms:created>
  <dcterms:modified xsi:type="dcterms:W3CDTF">2024-01-04T18:56:51Z</dcterms:modified>
</cp:coreProperties>
</file>